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87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0238-A76F-59FB-CF6E-0C98B6CC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7A097-A66A-BC83-F737-F306FE444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E84E5-376A-B723-6782-8373C12FB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F9CCF-1A25-CD9F-D7EC-17D8A2687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6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4023360"/>
            <a:ext cx="3108960" cy="31089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图灵星球 · 中期汇报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SciComm 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科普智能体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一篇科研论文 </a:t>
            </a: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面向公众的科普内容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36667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一稿三平台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40873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自动产出 新闻 / 公众号 / 小红书 三种风格草稿，语言、受众、活泼度可调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6268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句句有出处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504748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每条数字、因果、结论都对应论文中的来源（claim ledger 证据台账）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62356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5623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5586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夸大有预警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17320" y="600760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逐句标出“过度解读”，绝不自动发布，最终交给人来把关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B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faithfulness-first 忠实优先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F48E-B798-B7F7-B0EF-77407697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0CB620-394A-B490-C7FB-AC41509B7A38}"/>
              </a:ext>
            </a:extLst>
          </p:cNvPr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为什么需要一个 Agent？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C6D498-728E-19CF-D750-BAE5E1665BD1}"/>
              </a:ext>
            </a:extLst>
          </p:cNvPr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如果直接把《Attention</a:t>
            </a: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All You Need》丢给 LLM，一句 prompt 生成的草稿</a:t>
            </a:r>
            <a:endParaRPr lang="en-US" sz="14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5970E5-63B6-8B5D-C6C6-2B570BE76D7C}"/>
              </a:ext>
            </a:extLst>
          </p:cNvPr>
          <p:cNvSpPr/>
          <p:nvPr/>
        </p:nvSpPr>
        <p:spPr>
          <a:xfrm>
            <a:off x="548640" y="1600200"/>
            <a:ext cx="6400800" cy="3794760"/>
          </a:xfrm>
          <a:prstGeom prst="roundRect">
            <a:avLst>
              <a:gd name="adj" fmla="val 1928"/>
            </a:avLst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9DF1BD-6638-98CD-6553-6F49B29D83CC}"/>
              </a:ext>
            </a:extLst>
          </p:cNvPr>
          <p:cNvSpPr/>
          <p:nvPr/>
        </p:nvSpPr>
        <p:spPr>
          <a:xfrm>
            <a:off x="7772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直出草稿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17C808-ED8D-319F-2FC2-D272F5F711EB}"/>
              </a:ext>
            </a:extLst>
          </p:cNvPr>
          <p:cNvSpPr/>
          <p:nvPr/>
        </p:nvSpPr>
        <p:spPr>
          <a:xfrm>
            <a:off x="777240" y="21488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2016 年，谷歌的科学家发明了一种叫 Transformer 的全新算法。这篇论文首次提出了“注意力机制”，并彻底取代了所有神经网络。实验证明，该模型在翻译上达到了99% 的准确率，比人类还强，从此人工智能进入了全新纪元。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5028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为什么需要一个 Agent？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如果直接把《Attention</a:t>
            </a: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All You Need》丢给 LLM，一句 prompt 生成的草稿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3794760"/>
          </a:xfrm>
          <a:prstGeom prst="roundRect">
            <a:avLst>
              <a:gd name="adj" fmla="val 1928"/>
            </a:avLst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直出草稿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年</a:t>
            </a:r>
            <a:r>
              <a:rPr lang="en-US" sz="16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，谷歌的科学家发明了一种叫 Transformer 的全新算法。这篇论文</a:t>
            </a: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首次提出了“注意力机制”</a:t>
            </a:r>
            <a:r>
              <a:rPr lang="en-US" sz="16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，并</a:t>
            </a: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彻底取代了所有神经网络</a:t>
            </a:r>
            <a:r>
              <a:rPr lang="en-US" sz="16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。实验证明，该模型在翻译上达到了</a:t>
            </a: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的准确率，比人类还强</a:t>
            </a:r>
            <a:r>
              <a:rPr lang="en-US" sz="16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，从此人工智能进入了全新纪元。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红字＝问题：  </a:t>
            </a:r>
            <a:r>
              <a:rPr lang="en-US" sz="11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应为 2017 年 · 注意力机制 2014 年已有（本文是首个“纯注意力”）· 并未取代一切 · 论文用 BLEU 而非“准确率”，99%/超人类为杜撰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78040" y="1737360"/>
            <a:ext cx="44348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60920" y="1993392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1993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92440" y="18836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错误多、不准确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092440" y="22860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年份、概念、数字张口就来，把相关当因果，丢掉限定词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017520"/>
            <a:ext cx="44348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60920" y="3273552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60920" y="3273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92440" y="31638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枯燥、像机翻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092440" y="3566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翻译腔、术语堆砌，读者读不下去，更谈不上传播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4297680"/>
            <a:ext cx="44348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60920" y="455371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60920" y="45537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92440" y="44439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无法按平台定制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092440" y="4846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新闻、公众号、小红书需要不同结构与语气，一稿走天下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忠实、生动、按平台定制，需要分工协作的多个 Agent，而不是一句 prompt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747" y="2888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四个 Agent，各司其职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677156" y="204768"/>
            <a:ext cx="60645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 → 证据台账 → 分平台草稿 → 忠实核查（写作与核查用不同模型）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AF4F3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7612" y="2029968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7612" y="202996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74904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抓取论文全文，抽成“源卡片”，逐条建立带来源 + 限定词的证据台账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15184" y="1990327"/>
            <a:ext cx="309698" cy="88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36398" y="3263206"/>
            <a:ext cx="2879162" cy="2101618"/>
          </a:xfrm>
          <a:prstGeom prst="roundRect">
            <a:avLst>
              <a:gd name="adj" fmla="val 2807"/>
            </a:avLst>
          </a:prstGeom>
          <a:solidFill>
            <a:srgbClr val="EAF4F3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55369" y="3345799"/>
            <a:ext cx="848595" cy="7680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55369" y="3345799"/>
            <a:ext cx="8485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36398" y="4101234"/>
            <a:ext cx="28791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背景研究员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36398" y="4462475"/>
            <a:ext cx="287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92430" y="4873956"/>
            <a:ext cx="2460536" cy="47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 arXiv / PubMed 等外部资料，只作行文背景，绝不当作事实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 rot="16200000">
            <a:off x="4825066" y="2897644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36398" y="872081"/>
            <a:ext cx="2862072" cy="2101619"/>
          </a:xfrm>
          <a:prstGeom prst="roundRect">
            <a:avLst>
              <a:gd name="adj" fmla="val 2807"/>
            </a:avLst>
          </a:prstGeom>
          <a:solidFill>
            <a:srgbClr val="EAF4F3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55370" y="964227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55370" y="974275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686638" y="1820145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写作员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46926" y="21512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92430" y="2462236"/>
            <a:ext cx="2623130" cy="58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按平台风格（新闻/公众号/小红书）起草，受众、语气、活泼度可调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43121" y="1782563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125991" y="1737954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AF4F3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4963" y="2030562"/>
            <a:ext cx="768096" cy="76809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4963" y="203056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125991" y="292667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审校员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25991" y="333815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82023" y="3749634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用更强的“不同模型”逐句对照台账，标出夸大，最多回炉重写 2 次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A2E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5532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三条铁律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377440" y="553212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无出处不落笔  </a:t>
            </a: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保留每个限定词  </a:t>
            </a: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写作与核查用不同模型  </a:t>
            </a: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绝不自动发布，人来定稿</a:t>
            </a:r>
            <a:endParaRPr lang="en-US" sz="14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CE1AF823-0454-BC76-F268-B876E6201A28}"/>
              </a:ext>
            </a:extLst>
          </p:cNvPr>
          <p:cNvSpPr/>
          <p:nvPr/>
        </p:nvSpPr>
        <p:spPr>
          <a:xfrm>
            <a:off x="3107274" y="3990706"/>
            <a:ext cx="309698" cy="88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258B02E4-089A-E16B-AC14-D648E3C55A9F}"/>
              </a:ext>
            </a:extLst>
          </p:cNvPr>
          <p:cNvSpPr/>
          <p:nvPr/>
        </p:nvSpPr>
        <p:spPr>
          <a:xfrm rot="10800000">
            <a:off x="6743121" y="2270043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295</Words>
  <Application>Microsoft Macintosh PowerPoint</Application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Xuefei Yu</cp:lastModifiedBy>
  <cp:revision>7</cp:revision>
  <dcterms:created xsi:type="dcterms:W3CDTF">2026-07-17T20:36:38Z</dcterms:created>
  <dcterms:modified xsi:type="dcterms:W3CDTF">2026-07-18T04:56:30Z</dcterms:modified>
</cp:coreProperties>
</file>